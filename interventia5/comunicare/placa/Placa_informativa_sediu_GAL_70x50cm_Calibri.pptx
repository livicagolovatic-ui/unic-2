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5199975" cy="17999963"/>
  <p:notesSz cx="17999963" cy="251999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del AFIR (nu se modifică)" descr="Model AFIR „Placă FEADR LEADER” V3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5199975" cy="17999963"/>
          </a:xfrm>
          <a:prstGeom prst="rect">
            <a:avLst/>
          </a:prstGeom>
        </p:spPr>
      </p:pic>
      <p:sp>
        <p:nvSpPr>
          <p:cNvPr id="3" name="Camp titlu 1"/>
          <p:cNvSpPr txBox="1"/>
          <p:nvPr/>
        </p:nvSpPr>
        <p:spPr>
          <a:xfrm>
            <a:off x="1016000" y="7261555"/>
            <a:ext cx="13580872" cy="751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EDUCAȚIE PENTRU MEDIU ÎN TERITORIUL GAL NAPOCA</a:t>
            </a:r>
            <a:endParaRPr lang="en-US" sz="4550" dirty="0"/>
          </a:p>
        </p:txBody>
      </p:sp>
      <p:sp>
        <p:nvSpPr>
          <p:cNvPr id="4" name="Camp titlu 2"/>
          <p:cNvSpPr txBox="1"/>
          <p:nvPr/>
        </p:nvSpPr>
        <p:spPr>
          <a:xfrm>
            <a:off x="1016000" y="7947355"/>
            <a:ext cx="12464669" cy="751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POROLISSUM – MICRO-GRANTURI PENTRU MEDIU</a:t>
            </a:r>
            <a:endParaRPr lang="en-US" sz="4550" dirty="0"/>
          </a:p>
        </p:txBody>
      </p:sp>
      <p:sp>
        <p:nvSpPr>
          <p:cNvPr id="5" name="Camp cod 3"/>
          <p:cNvSpPr txBox="1"/>
          <p:nvPr/>
        </p:nvSpPr>
        <p:spPr>
          <a:xfrm>
            <a:off x="3530600" y="9122562"/>
            <a:ext cx="6540500" cy="759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F36010804713061304413</a:t>
            </a:r>
            <a:endParaRPr lang="en-US" sz="4600" dirty="0"/>
          </a:p>
        </p:txBody>
      </p:sp>
      <p:sp>
        <p:nvSpPr>
          <p:cNvPr id="6" name="Camp judet 4"/>
          <p:cNvSpPr txBox="1"/>
          <p:nvPr/>
        </p:nvSpPr>
        <p:spPr>
          <a:xfrm>
            <a:off x="2209800" y="10160305"/>
            <a:ext cx="1155827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Cluj</a:t>
            </a:r>
            <a:endParaRPr lang="en-US" sz="4200" dirty="0"/>
          </a:p>
        </p:txBody>
      </p:sp>
      <p:sp>
        <p:nvSpPr>
          <p:cNvPr id="7" name="Camp localitate 5"/>
          <p:cNvSpPr txBox="1"/>
          <p:nvPr/>
        </p:nvSpPr>
        <p:spPr>
          <a:xfrm>
            <a:off x="9105900" y="9903866"/>
            <a:ext cx="5256403" cy="30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Gilău, Aghireșu, Beliș, Călățele, Căpușu Mare, Huedin,</a:t>
            </a:r>
            <a:endParaRPr lang="en-US" sz="1850" dirty="0"/>
          </a:p>
        </p:txBody>
      </p:sp>
      <p:sp>
        <p:nvSpPr>
          <p:cNvPr id="8" name="Camp localitate 6"/>
          <p:cNvSpPr txBox="1"/>
          <p:nvPr/>
        </p:nvSpPr>
        <p:spPr>
          <a:xfrm>
            <a:off x="9105900" y="10170566"/>
            <a:ext cx="5296916" cy="30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Izvoru Crișului, Măguri-Răcătău, Mănăstireni, Mărgău,</a:t>
            </a:r>
            <a:endParaRPr lang="en-US" sz="1850" dirty="0"/>
          </a:p>
        </p:txBody>
      </p:sp>
      <p:sp>
        <p:nvSpPr>
          <p:cNvPr id="9" name="Camp localitate 7"/>
          <p:cNvSpPr txBox="1"/>
          <p:nvPr/>
        </p:nvSpPr>
        <p:spPr>
          <a:xfrm>
            <a:off x="9105900" y="10437266"/>
            <a:ext cx="3284728" cy="30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Mărișel, Râșca, Săcuieu, Sâncraiu</a:t>
            </a:r>
            <a:endParaRPr lang="en-US" sz="1850" dirty="0"/>
          </a:p>
        </p:txBody>
      </p:sp>
      <p:sp>
        <p:nvSpPr>
          <p:cNvPr id="10" name="Camp beneficiar 8"/>
          <p:cNvSpPr txBox="1"/>
          <p:nvPr/>
        </p:nvSpPr>
        <p:spPr>
          <a:xfrm>
            <a:off x="3543300" y="11432134"/>
            <a:ext cx="9816592" cy="726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ASOCIAȚIA GRUPUL DE ACȚIUNE LOCALĂ</a:t>
            </a:r>
            <a:endParaRPr lang="en-US" sz="4400" dirty="0"/>
          </a:p>
        </p:txBody>
      </p:sp>
      <p:sp>
        <p:nvSpPr>
          <p:cNvPr id="11" name="Camp beneficiar 9"/>
          <p:cNvSpPr txBox="1"/>
          <p:nvPr/>
        </p:nvSpPr>
        <p:spPr>
          <a:xfrm>
            <a:off x="3543300" y="12194134"/>
            <a:ext cx="5612511" cy="726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NAPOCA POROLISSUM</a:t>
            </a:r>
            <a:endParaRPr lang="en-US" sz="4400" dirty="0"/>
          </a:p>
        </p:txBody>
      </p:sp>
      <p:sp>
        <p:nvSpPr>
          <p:cNvPr id="12" name="Camp proiectant 10"/>
          <p:cNvSpPr txBox="1"/>
          <p:nvPr/>
        </p:nvSpPr>
        <p:spPr>
          <a:xfrm>
            <a:off x="17970500" y="11960047"/>
            <a:ext cx="2939796" cy="627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este cazul</a:t>
            </a:r>
            <a:endParaRPr lang="en-US" sz="3800" dirty="0"/>
          </a:p>
        </p:txBody>
      </p:sp>
      <p:sp>
        <p:nvSpPr>
          <p:cNvPr id="13" name="Camp executant 11"/>
          <p:cNvSpPr txBox="1"/>
          <p:nvPr/>
        </p:nvSpPr>
        <p:spPr>
          <a:xfrm>
            <a:off x="17957800" y="13141147"/>
            <a:ext cx="6794119" cy="627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ASOCIAȚIA GRUPUL DE ACȚIUNE</a:t>
            </a:r>
            <a:endParaRPr lang="en-US" sz="3800" dirty="0"/>
          </a:p>
        </p:txBody>
      </p:sp>
      <p:sp>
        <p:nvSpPr>
          <p:cNvPr id="14" name="Camp executant 12"/>
          <p:cNvSpPr txBox="1"/>
          <p:nvPr/>
        </p:nvSpPr>
        <p:spPr>
          <a:xfrm>
            <a:off x="17957800" y="13712647"/>
            <a:ext cx="6531102" cy="627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LOCALĂ NAPOCA POROLISSUM</a:t>
            </a:r>
            <a:endParaRPr lang="en-US" sz="3800" dirty="0"/>
          </a:p>
        </p:txBody>
      </p:sp>
      <p:sp>
        <p:nvSpPr>
          <p:cNvPr id="15" name="Camp valoare 13"/>
          <p:cNvSpPr txBox="1"/>
          <p:nvPr/>
        </p:nvSpPr>
        <p:spPr>
          <a:xfrm>
            <a:off x="9760077" y="13761720"/>
            <a:ext cx="3289046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138.643,00</a:t>
            </a:r>
            <a:endParaRPr lang="en-US" sz="5000" dirty="0"/>
          </a:p>
        </p:txBody>
      </p:sp>
      <p:sp>
        <p:nvSpPr>
          <p:cNvPr id="16" name="Camp nerambursabil 14"/>
          <p:cNvSpPr txBox="1"/>
          <p:nvPr/>
        </p:nvSpPr>
        <p:spPr>
          <a:xfrm>
            <a:off x="9760077" y="15209520"/>
            <a:ext cx="3289046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138.643,00</a:t>
            </a:r>
            <a:endParaRPr lang="en-US" sz="5000" dirty="0"/>
          </a:p>
        </p:txBody>
      </p:sp>
      <p:sp>
        <p:nvSpPr>
          <p:cNvPr id="17" name="Camp demarare 15"/>
          <p:cNvSpPr txBox="1"/>
          <p:nvPr/>
        </p:nvSpPr>
        <p:spPr>
          <a:xfrm>
            <a:off x="18760313" y="14418462"/>
            <a:ext cx="942721" cy="759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4600" dirty="0"/>
          </a:p>
        </p:txBody>
      </p:sp>
      <p:sp>
        <p:nvSpPr>
          <p:cNvPr id="18" name="Camp demarare 16"/>
          <p:cNvSpPr txBox="1"/>
          <p:nvPr/>
        </p:nvSpPr>
        <p:spPr>
          <a:xfrm>
            <a:off x="20735163" y="14418462"/>
            <a:ext cx="942721" cy="759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4600" dirty="0"/>
          </a:p>
        </p:txBody>
      </p:sp>
      <p:sp>
        <p:nvSpPr>
          <p:cNvPr id="19" name="Camp demarare 17"/>
          <p:cNvSpPr txBox="1"/>
          <p:nvPr/>
        </p:nvSpPr>
        <p:spPr>
          <a:xfrm>
            <a:off x="22648799" y="14418462"/>
            <a:ext cx="1534922" cy="759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4600" dirty="0"/>
          </a:p>
        </p:txBody>
      </p:sp>
      <p:sp>
        <p:nvSpPr>
          <p:cNvPr id="20" name="Camp finalizare 18"/>
          <p:cNvSpPr txBox="1"/>
          <p:nvPr/>
        </p:nvSpPr>
        <p:spPr>
          <a:xfrm>
            <a:off x="18773013" y="15332862"/>
            <a:ext cx="942721" cy="759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4600" dirty="0"/>
          </a:p>
        </p:txBody>
      </p:sp>
      <p:sp>
        <p:nvSpPr>
          <p:cNvPr id="21" name="Camp finalizare 19"/>
          <p:cNvSpPr txBox="1"/>
          <p:nvPr/>
        </p:nvSpPr>
        <p:spPr>
          <a:xfrm>
            <a:off x="20747863" y="15332862"/>
            <a:ext cx="942721" cy="759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600" dirty="0"/>
          </a:p>
        </p:txBody>
      </p:sp>
      <p:sp>
        <p:nvSpPr>
          <p:cNvPr id="22" name="Camp finalizare 20"/>
          <p:cNvSpPr txBox="1"/>
          <p:nvPr/>
        </p:nvSpPr>
        <p:spPr>
          <a:xfrm>
            <a:off x="22661499" y="15332862"/>
            <a:ext cx="1534922" cy="759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Placă informativă – sediul GAL Napoca Porolissum</dc:title>
  <dc:subject>PS 2023-2027, LEADER – Educație pentru mediu în teritoriul GAL Napoca Porolissum – micro-granturi pentru mediu</dc:subject>
  <dc:creator>Asociația GAL Napoca Porolissum</dc:creator>
  <cp:lastModifiedBy>Asociația GAL Napoca Porolissum</cp:lastModifiedBy>
  <cp:revision>1</cp:revision>
  <dcterms:created xsi:type="dcterms:W3CDTF">2026-10-07T06:40:44Z</dcterms:created>
  <dcterms:modified xsi:type="dcterms:W3CDTF">2026-10-07T06:40:44Z</dcterms:modified>
</cp:coreProperties>
</file>